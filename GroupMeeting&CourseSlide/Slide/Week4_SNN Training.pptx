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548" r:id="rId4"/>
    <p:sldId id="567" r:id="rId5"/>
    <p:sldId id="568" r:id="rId6"/>
    <p:sldId id="554" r:id="rId7"/>
    <p:sldId id="555" r:id="rId8"/>
    <p:sldId id="569" r:id="rId9"/>
    <p:sldId id="570" r:id="rId10"/>
    <p:sldId id="571" r:id="rId11"/>
    <p:sldId id="572" r:id="rId12"/>
    <p:sldId id="573" r:id="rId13"/>
    <p:sldId id="574" r:id="rId14"/>
    <p:sldId id="576" r:id="rId15"/>
    <p:sldId id="577" r:id="rId16"/>
    <p:sldId id="575" r:id="rId17"/>
    <p:sldId id="565" r:id="rId18"/>
    <p:sldId id="56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70867" autoAdjust="0"/>
  </p:normalViewPr>
  <p:slideViewPr>
    <p:cSldViewPr snapToGrid="0">
      <p:cViewPr varScale="1">
        <p:scale>
          <a:sx n="68" d="100"/>
          <a:sy n="68" d="100"/>
        </p:scale>
        <p:origin x="831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Aili" userId="5a9127d9-68dd-458b-beb6-6d3b6c430786" providerId="ADAL" clId="{197794DE-43EB-4DAF-BC57-5DF3897C1268}"/>
    <pc:docChg chg="undo custSel addSld delSld modSld sldOrd">
      <pc:chgData name="Wang, Aili" userId="5a9127d9-68dd-458b-beb6-6d3b6c430786" providerId="ADAL" clId="{197794DE-43EB-4DAF-BC57-5DF3897C1268}" dt="2026-06-24T03:46:44.392" v="519" actId="47"/>
      <pc:docMkLst>
        <pc:docMk/>
      </pc:docMkLst>
      <pc:sldChg chg="del">
        <pc:chgData name="Wang, Aili" userId="5a9127d9-68dd-458b-beb6-6d3b6c430786" providerId="ADAL" clId="{197794DE-43EB-4DAF-BC57-5DF3897C1268}" dt="2026-06-24T03:46:44.392" v="519" actId="47"/>
        <pc:sldMkLst>
          <pc:docMk/>
          <pc:sldMk cId="3915884378" sldId="523"/>
        </pc:sldMkLst>
      </pc:sldChg>
      <pc:sldChg chg="del">
        <pc:chgData name="Wang, Aili" userId="5a9127d9-68dd-458b-beb6-6d3b6c430786" providerId="ADAL" clId="{197794DE-43EB-4DAF-BC57-5DF3897C1268}" dt="2026-06-24T03:19:17.521" v="445" actId="47"/>
        <pc:sldMkLst>
          <pc:docMk/>
          <pc:sldMk cId="0" sldId="547"/>
        </pc:sldMkLst>
      </pc:sldChg>
      <pc:sldChg chg="addSp delSp modSp mod">
        <pc:chgData name="Wang, Aili" userId="5a9127d9-68dd-458b-beb6-6d3b6c430786" providerId="ADAL" clId="{197794DE-43EB-4DAF-BC57-5DF3897C1268}" dt="2026-06-24T02:41:14.977" v="31" actId="207"/>
        <pc:sldMkLst>
          <pc:docMk/>
          <pc:sldMk cId="0" sldId="548"/>
        </pc:sldMkLst>
        <pc:spChg chg="mod">
          <ac:chgData name="Wang, Aili" userId="5a9127d9-68dd-458b-beb6-6d3b6c430786" providerId="ADAL" clId="{197794DE-43EB-4DAF-BC57-5DF3897C1268}" dt="2026-06-24T02:38:08.891" v="4" actId="20577"/>
          <ac:spMkLst>
            <pc:docMk/>
            <pc:sldMk cId="0" sldId="548"/>
            <ac:spMk id="2" creationId="{00000000-0000-0000-0000-000000000000}"/>
          </ac:spMkLst>
        </pc:spChg>
        <pc:spChg chg="mod">
          <ac:chgData name="Wang, Aili" userId="5a9127d9-68dd-458b-beb6-6d3b6c430786" providerId="ADAL" clId="{197794DE-43EB-4DAF-BC57-5DF3897C1268}" dt="2026-06-24T02:41:14.977" v="31" actId="207"/>
          <ac:spMkLst>
            <pc:docMk/>
            <pc:sldMk cId="0" sldId="548"/>
            <ac:spMk id="3" creationId="{00000000-0000-0000-0000-000000000000}"/>
          </ac:spMkLst>
        </pc:spChg>
        <pc:spChg chg="add del">
          <ac:chgData name="Wang, Aili" userId="5a9127d9-68dd-458b-beb6-6d3b6c430786" providerId="ADAL" clId="{197794DE-43EB-4DAF-BC57-5DF3897C1268}" dt="2026-06-24T02:38:43.820" v="7"/>
          <ac:spMkLst>
            <pc:docMk/>
            <pc:sldMk cId="0" sldId="548"/>
            <ac:spMk id="6" creationId="{026322A3-149B-4637-91E3-C9225DFADD99}"/>
          </ac:spMkLst>
        </pc:spChg>
      </pc:sldChg>
      <pc:sldChg chg="del">
        <pc:chgData name="Wang, Aili" userId="5a9127d9-68dd-458b-beb6-6d3b6c430786" providerId="ADAL" clId="{197794DE-43EB-4DAF-BC57-5DF3897C1268}" dt="2026-06-24T02:41:30.773" v="32" actId="47"/>
        <pc:sldMkLst>
          <pc:docMk/>
          <pc:sldMk cId="0" sldId="549"/>
        </pc:sldMkLst>
      </pc:sldChg>
      <pc:sldChg chg="modSp mod">
        <pc:chgData name="Wang, Aili" userId="5a9127d9-68dd-458b-beb6-6d3b6c430786" providerId="ADAL" clId="{197794DE-43EB-4DAF-BC57-5DF3897C1268}" dt="2026-06-24T03:02:36.150" v="311" actId="27636"/>
        <pc:sldMkLst>
          <pc:docMk/>
          <pc:sldMk cId="0" sldId="554"/>
        </pc:sldMkLst>
        <pc:spChg chg="mod">
          <ac:chgData name="Wang, Aili" userId="5a9127d9-68dd-458b-beb6-6d3b6c430786" providerId="ADAL" clId="{197794DE-43EB-4DAF-BC57-5DF3897C1268}" dt="2026-06-24T03:00:42.904" v="293"/>
          <ac:spMkLst>
            <pc:docMk/>
            <pc:sldMk cId="0" sldId="554"/>
            <ac:spMk id="2" creationId="{00000000-0000-0000-0000-000000000000}"/>
          </ac:spMkLst>
        </pc:spChg>
        <pc:spChg chg="mod">
          <ac:chgData name="Wang, Aili" userId="5a9127d9-68dd-458b-beb6-6d3b6c430786" providerId="ADAL" clId="{197794DE-43EB-4DAF-BC57-5DF3897C1268}" dt="2026-06-24T03:02:36.150" v="311" actId="27636"/>
          <ac:spMkLst>
            <pc:docMk/>
            <pc:sldMk cId="0" sldId="554"/>
            <ac:spMk id="3" creationId="{00000000-0000-0000-0000-000000000000}"/>
          </ac:spMkLst>
        </pc:spChg>
      </pc:sldChg>
      <pc:sldChg chg="addSp modSp mod">
        <pc:chgData name="Wang, Aili" userId="5a9127d9-68dd-458b-beb6-6d3b6c430786" providerId="ADAL" clId="{197794DE-43EB-4DAF-BC57-5DF3897C1268}" dt="2026-06-24T03:07:30.773" v="335" actId="20577"/>
        <pc:sldMkLst>
          <pc:docMk/>
          <pc:sldMk cId="0" sldId="555"/>
        </pc:sldMkLst>
        <pc:spChg chg="mod">
          <ac:chgData name="Wang, Aili" userId="5a9127d9-68dd-458b-beb6-6d3b6c430786" providerId="ADAL" clId="{197794DE-43EB-4DAF-BC57-5DF3897C1268}" dt="2026-06-24T03:07:04.691" v="333" actId="20577"/>
          <ac:spMkLst>
            <pc:docMk/>
            <pc:sldMk cId="0" sldId="555"/>
            <ac:spMk id="2" creationId="{00000000-0000-0000-0000-000000000000}"/>
          </ac:spMkLst>
        </pc:spChg>
        <pc:spChg chg="mod">
          <ac:chgData name="Wang, Aili" userId="5a9127d9-68dd-458b-beb6-6d3b6c430786" providerId="ADAL" clId="{197794DE-43EB-4DAF-BC57-5DF3897C1268}" dt="2026-06-24T03:07:30.773" v="335" actId="20577"/>
          <ac:spMkLst>
            <pc:docMk/>
            <pc:sldMk cId="0" sldId="555"/>
            <ac:spMk id="3" creationId="{00000000-0000-0000-0000-000000000000}"/>
          </ac:spMkLst>
        </pc:spChg>
        <pc:picChg chg="add mod modCrop">
          <ac:chgData name="Wang, Aili" userId="5a9127d9-68dd-458b-beb6-6d3b6c430786" providerId="ADAL" clId="{197794DE-43EB-4DAF-BC57-5DF3897C1268}" dt="2026-06-24T03:06:37.303" v="325" actId="1076"/>
          <ac:picMkLst>
            <pc:docMk/>
            <pc:sldMk cId="0" sldId="555"/>
            <ac:picMk id="7" creationId="{45A29213-409F-4394-8AD0-DF430D32C303}"/>
          </ac:picMkLst>
        </pc:picChg>
        <pc:picChg chg="add mod modCrop">
          <ac:chgData name="Wang, Aili" userId="5a9127d9-68dd-458b-beb6-6d3b6c430786" providerId="ADAL" clId="{197794DE-43EB-4DAF-BC57-5DF3897C1268}" dt="2026-06-24T03:06:40.230" v="326" actId="1076"/>
          <ac:picMkLst>
            <pc:docMk/>
            <pc:sldMk cId="0" sldId="555"/>
            <ac:picMk id="8" creationId="{1067C6B0-056A-4A62-98C2-059EBA5EE8A1}"/>
          </ac:picMkLst>
        </pc:picChg>
      </pc:sldChg>
      <pc:sldChg chg="del">
        <pc:chgData name="Wang, Aili" userId="5a9127d9-68dd-458b-beb6-6d3b6c430786" providerId="ADAL" clId="{197794DE-43EB-4DAF-BC57-5DF3897C1268}" dt="2026-06-24T03:18:57.224" v="444" actId="47"/>
        <pc:sldMkLst>
          <pc:docMk/>
          <pc:sldMk cId="0" sldId="556"/>
        </pc:sldMkLst>
      </pc:sldChg>
      <pc:sldChg chg="del">
        <pc:chgData name="Wang, Aili" userId="5a9127d9-68dd-458b-beb6-6d3b6c430786" providerId="ADAL" clId="{197794DE-43EB-4DAF-BC57-5DF3897C1268}" dt="2026-06-24T03:18:57.224" v="444" actId="47"/>
        <pc:sldMkLst>
          <pc:docMk/>
          <pc:sldMk cId="0" sldId="557"/>
        </pc:sldMkLst>
      </pc:sldChg>
      <pc:sldChg chg="del">
        <pc:chgData name="Wang, Aili" userId="5a9127d9-68dd-458b-beb6-6d3b6c430786" providerId="ADAL" clId="{197794DE-43EB-4DAF-BC57-5DF3897C1268}" dt="2026-06-24T03:18:57.224" v="444" actId="47"/>
        <pc:sldMkLst>
          <pc:docMk/>
          <pc:sldMk cId="0" sldId="558"/>
        </pc:sldMkLst>
      </pc:sldChg>
      <pc:sldChg chg="del">
        <pc:chgData name="Wang, Aili" userId="5a9127d9-68dd-458b-beb6-6d3b6c430786" providerId="ADAL" clId="{197794DE-43EB-4DAF-BC57-5DF3897C1268}" dt="2026-06-24T03:18:57.224" v="444" actId="47"/>
        <pc:sldMkLst>
          <pc:docMk/>
          <pc:sldMk cId="0" sldId="559"/>
        </pc:sldMkLst>
      </pc:sldChg>
      <pc:sldChg chg="del">
        <pc:chgData name="Wang, Aili" userId="5a9127d9-68dd-458b-beb6-6d3b6c430786" providerId="ADAL" clId="{197794DE-43EB-4DAF-BC57-5DF3897C1268}" dt="2026-06-24T03:18:57.224" v="444" actId="47"/>
        <pc:sldMkLst>
          <pc:docMk/>
          <pc:sldMk cId="0" sldId="560"/>
        </pc:sldMkLst>
      </pc:sldChg>
      <pc:sldChg chg="del">
        <pc:chgData name="Wang, Aili" userId="5a9127d9-68dd-458b-beb6-6d3b6c430786" providerId="ADAL" clId="{197794DE-43EB-4DAF-BC57-5DF3897C1268}" dt="2026-06-24T03:18:57.224" v="444" actId="47"/>
        <pc:sldMkLst>
          <pc:docMk/>
          <pc:sldMk cId="0" sldId="561"/>
        </pc:sldMkLst>
      </pc:sldChg>
      <pc:sldChg chg="del">
        <pc:chgData name="Wang, Aili" userId="5a9127d9-68dd-458b-beb6-6d3b6c430786" providerId="ADAL" clId="{197794DE-43EB-4DAF-BC57-5DF3897C1268}" dt="2026-06-24T03:18:57.224" v="444" actId="47"/>
        <pc:sldMkLst>
          <pc:docMk/>
          <pc:sldMk cId="0" sldId="562"/>
        </pc:sldMkLst>
      </pc:sldChg>
      <pc:sldChg chg="del">
        <pc:chgData name="Wang, Aili" userId="5a9127d9-68dd-458b-beb6-6d3b6c430786" providerId="ADAL" clId="{197794DE-43EB-4DAF-BC57-5DF3897C1268}" dt="2026-06-24T03:18:57.224" v="444" actId="47"/>
        <pc:sldMkLst>
          <pc:docMk/>
          <pc:sldMk cId="0" sldId="563"/>
        </pc:sldMkLst>
      </pc:sldChg>
      <pc:sldChg chg="del">
        <pc:chgData name="Wang, Aili" userId="5a9127d9-68dd-458b-beb6-6d3b6c430786" providerId="ADAL" clId="{197794DE-43EB-4DAF-BC57-5DF3897C1268}" dt="2026-06-24T03:18:57.224" v="444" actId="47"/>
        <pc:sldMkLst>
          <pc:docMk/>
          <pc:sldMk cId="0" sldId="564"/>
        </pc:sldMkLst>
      </pc:sldChg>
      <pc:sldChg chg="modSp mod">
        <pc:chgData name="Wang, Aili" userId="5a9127d9-68dd-458b-beb6-6d3b6c430786" providerId="ADAL" clId="{197794DE-43EB-4DAF-BC57-5DF3897C1268}" dt="2026-06-24T03:46:28.011" v="518" actId="20577"/>
        <pc:sldMkLst>
          <pc:docMk/>
          <pc:sldMk cId="0" sldId="565"/>
        </pc:sldMkLst>
        <pc:spChg chg="mod">
          <ac:chgData name="Wang, Aili" userId="5a9127d9-68dd-458b-beb6-6d3b6c430786" providerId="ADAL" clId="{197794DE-43EB-4DAF-BC57-5DF3897C1268}" dt="2026-06-24T03:46:28.011" v="518" actId="20577"/>
          <ac:spMkLst>
            <pc:docMk/>
            <pc:sldMk cId="0" sldId="565"/>
            <ac:spMk id="3" creationId="{00000000-0000-0000-0000-000000000000}"/>
          </ac:spMkLst>
        </pc:spChg>
      </pc:sldChg>
      <pc:sldChg chg="modSp mod">
        <pc:chgData name="Wang, Aili" userId="5a9127d9-68dd-458b-beb6-6d3b6c430786" providerId="ADAL" clId="{197794DE-43EB-4DAF-BC57-5DF3897C1268}" dt="2026-06-24T03:34:21.709" v="475" actId="20577"/>
        <pc:sldMkLst>
          <pc:docMk/>
          <pc:sldMk cId="0" sldId="566"/>
        </pc:sldMkLst>
        <pc:spChg chg="mod">
          <ac:chgData name="Wang, Aili" userId="5a9127d9-68dd-458b-beb6-6d3b6c430786" providerId="ADAL" clId="{197794DE-43EB-4DAF-BC57-5DF3897C1268}" dt="2026-06-24T03:34:21.709" v="475" actId="20577"/>
          <ac:spMkLst>
            <pc:docMk/>
            <pc:sldMk cId="0" sldId="566"/>
            <ac:spMk id="3" creationId="{00000000-0000-0000-0000-000000000000}"/>
          </ac:spMkLst>
        </pc:spChg>
      </pc:sldChg>
      <pc:sldChg chg="modSp new mod ord modNotesTx">
        <pc:chgData name="Wang, Aili" userId="5a9127d9-68dd-458b-beb6-6d3b6c430786" providerId="ADAL" clId="{197794DE-43EB-4DAF-BC57-5DF3897C1268}" dt="2026-06-24T02:50:09.482" v="202"/>
        <pc:sldMkLst>
          <pc:docMk/>
          <pc:sldMk cId="1079410162" sldId="567"/>
        </pc:sldMkLst>
        <pc:spChg chg="mod">
          <ac:chgData name="Wang, Aili" userId="5a9127d9-68dd-458b-beb6-6d3b6c430786" providerId="ADAL" clId="{197794DE-43EB-4DAF-BC57-5DF3897C1268}" dt="2026-06-24T02:41:43.883" v="36"/>
          <ac:spMkLst>
            <pc:docMk/>
            <pc:sldMk cId="1079410162" sldId="567"/>
            <ac:spMk id="2" creationId="{8609959E-965E-4DE9-A43B-97E57383C01C}"/>
          </ac:spMkLst>
        </pc:spChg>
        <pc:spChg chg="mod">
          <ac:chgData name="Wang, Aili" userId="5a9127d9-68dd-458b-beb6-6d3b6c430786" providerId="ADAL" clId="{197794DE-43EB-4DAF-BC57-5DF3897C1268}" dt="2026-06-24T02:49:52.293" v="199" actId="113"/>
          <ac:spMkLst>
            <pc:docMk/>
            <pc:sldMk cId="1079410162" sldId="567"/>
            <ac:spMk id="3" creationId="{8B3EA2FF-CECE-443E-B80A-017F29F760E5}"/>
          </ac:spMkLst>
        </pc:spChg>
      </pc:sldChg>
      <pc:sldChg chg="addSp modSp new mod modNotesTx">
        <pc:chgData name="Wang, Aili" userId="5a9127d9-68dd-458b-beb6-6d3b6c430786" providerId="ADAL" clId="{197794DE-43EB-4DAF-BC57-5DF3897C1268}" dt="2026-06-24T02:59:48.142" v="291"/>
        <pc:sldMkLst>
          <pc:docMk/>
          <pc:sldMk cId="1725450651" sldId="568"/>
        </pc:sldMkLst>
        <pc:spChg chg="mod">
          <ac:chgData name="Wang, Aili" userId="5a9127d9-68dd-458b-beb6-6d3b6c430786" providerId="ADAL" clId="{197794DE-43EB-4DAF-BC57-5DF3897C1268}" dt="2026-06-24T02:53:45.303" v="215" actId="20577"/>
          <ac:spMkLst>
            <pc:docMk/>
            <pc:sldMk cId="1725450651" sldId="568"/>
            <ac:spMk id="2" creationId="{E9F6196B-1203-488A-A7BD-50C5747E9898}"/>
          </ac:spMkLst>
        </pc:spChg>
        <pc:spChg chg="mod">
          <ac:chgData name="Wang, Aili" userId="5a9127d9-68dd-458b-beb6-6d3b6c430786" providerId="ADAL" clId="{197794DE-43EB-4DAF-BC57-5DF3897C1268}" dt="2026-06-24T02:59:04.217" v="286" actId="20577"/>
          <ac:spMkLst>
            <pc:docMk/>
            <pc:sldMk cId="1725450651" sldId="568"/>
            <ac:spMk id="3" creationId="{599D1764-E7C8-4FD2-BFC9-31B900A0B36A}"/>
          </ac:spMkLst>
        </pc:spChg>
        <pc:picChg chg="add mod">
          <ac:chgData name="Wang, Aili" userId="5a9127d9-68dd-458b-beb6-6d3b6c430786" providerId="ADAL" clId="{197794DE-43EB-4DAF-BC57-5DF3897C1268}" dt="2026-06-24T02:58:47.538" v="283" actId="1076"/>
          <ac:picMkLst>
            <pc:docMk/>
            <pc:sldMk cId="1725450651" sldId="568"/>
            <ac:picMk id="7" creationId="{E246C0D9-A8BE-4401-844F-FE59E7F87579}"/>
          </ac:picMkLst>
        </pc:picChg>
      </pc:sldChg>
      <pc:sldChg chg="delSp modSp add mod">
        <pc:chgData name="Wang, Aili" userId="5a9127d9-68dd-458b-beb6-6d3b6c430786" providerId="ADAL" clId="{197794DE-43EB-4DAF-BC57-5DF3897C1268}" dt="2026-06-24T03:13:32.756" v="403" actId="20577"/>
        <pc:sldMkLst>
          <pc:docMk/>
          <pc:sldMk cId="2899136302" sldId="569"/>
        </pc:sldMkLst>
        <pc:spChg chg="mod">
          <ac:chgData name="Wang, Aili" userId="5a9127d9-68dd-458b-beb6-6d3b6c430786" providerId="ADAL" clId="{197794DE-43EB-4DAF-BC57-5DF3897C1268}" dt="2026-06-24T03:13:32.756" v="403" actId="20577"/>
          <ac:spMkLst>
            <pc:docMk/>
            <pc:sldMk cId="2899136302" sldId="569"/>
            <ac:spMk id="3" creationId="{00000000-0000-0000-0000-000000000000}"/>
          </ac:spMkLst>
        </pc:spChg>
        <pc:picChg chg="del">
          <ac:chgData name="Wang, Aili" userId="5a9127d9-68dd-458b-beb6-6d3b6c430786" providerId="ADAL" clId="{197794DE-43EB-4DAF-BC57-5DF3897C1268}" dt="2026-06-24T03:07:37.731" v="337" actId="478"/>
          <ac:picMkLst>
            <pc:docMk/>
            <pc:sldMk cId="2899136302" sldId="569"/>
            <ac:picMk id="7" creationId="{45A29213-409F-4394-8AD0-DF430D32C303}"/>
          </ac:picMkLst>
        </pc:picChg>
        <pc:picChg chg="del">
          <ac:chgData name="Wang, Aili" userId="5a9127d9-68dd-458b-beb6-6d3b6c430786" providerId="ADAL" clId="{197794DE-43EB-4DAF-BC57-5DF3897C1268}" dt="2026-06-24T03:07:38.442" v="338" actId="478"/>
          <ac:picMkLst>
            <pc:docMk/>
            <pc:sldMk cId="2899136302" sldId="569"/>
            <ac:picMk id="8" creationId="{1067C6B0-056A-4A62-98C2-059EBA5EE8A1}"/>
          </ac:picMkLst>
        </pc:picChg>
      </pc:sldChg>
      <pc:sldChg chg="modSp new mod modNotesTx">
        <pc:chgData name="Wang, Aili" userId="5a9127d9-68dd-458b-beb6-6d3b6c430786" providerId="ADAL" clId="{197794DE-43EB-4DAF-BC57-5DF3897C1268}" dt="2026-06-24T03:23:07.480" v="453"/>
        <pc:sldMkLst>
          <pc:docMk/>
          <pc:sldMk cId="2907971957" sldId="570"/>
        </pc:sldMkLst>
        <pc:spChg chg="mod">
          <ac:chgData name="Wang, Aili" userId="5a9127d9-68dd-458b-beb6-6d3b6c430786" providerId="ADAL" clId="{197794DE-43EB-4DAF-BC57-5DF3897C1268}" dt="2026-06-24T03:13:40.818" v="405"/>
          <ac:spMkLst>
            <pc:docMk/>
            <pc:sldMk cId="2907971957" sldId="570"/>
            <ac:spMk id="2" creationId="{5D6869BD-26AB-436F-89E8-6B0A0B282E78}"/>
          </ac:spMkLst>
        </pc:spChg>
        <pc:spChg chg="mod">
          <ac:chgData name="Wang, Aili" userId="5a9127d9-68dd-458b-beb6-6d3b6c430786" providerId="ADAL" clId="{197794DE-43EB-4DAF-BC57-5DF3897C1268}" dt="2026-06-24T03:22:48.141" v="452" actId="20577"/>
          <ac:spMkLst>
            <pc:docMk/>
            <pc:sldMk cId="2907971957" sldId="570"/>
            <ac:spMk id="3" creationId="{B26CA19B-D1C3-49B7-8BBF-E8B31283BB55}"/>
          </ac:spMkLst>
        </pc:spChg>
      </pc:sldChg>
      <pc:sldChg chg="modSp new mod modNotesTx">
        <pc:chgData name="Wang, Aili" userId="5a9127d9-68dd-458b-beb6-6d3b6c430786" providerId="ADAL" clId="{197794DE-43EB-4DAF-BC57-5DF3897C1268}" dt="2026-06-24T03:32:59.750" v="474" actId="20577"/>
        <pc:sldMkLst>
          <pc:docMk/>
          <pc:sldMk cId="2501928754" sldId="571"/>
        </pc:sldMkLst>
        <pc:spChg chg="mod">
          <ac:chgData name="Wang, Aili" userId="5a9127d9-68dd-458b-beb6-6d3b6c430786" providerId="ADAL" clId="{197794DE-43EB-4DAF-BC57-5DF3897C1268}" dt="2026-06-24T03:16:43.728" v="435"/>
          <ac:spMkLst>
            <pc:docMk/>
            <pc:sldMk cId="2501928754" sldId="571"/>
            <ac:spMk id="2" creationId="{DB82E75C-BF04-491C-B7B0-7B969DB1392E}"/>
          </ac:spMkLst>
        </pc:spChg>
        <pc:spChg chg="mod">
          <ac:chgData name="Wang, Aili" userId="5a9127d9-68dd-458b-beb6-6d3b6c430786" providerId="ADAL" clId="{197794DE-43EB-4DAF-BC57-5DF3897C1268}" dt="2026-06-24T03:32:59.750" v="474" actId="20577"/>
          <ac:spMkLst>
            <pc:docMk/>
            <pc:sldMk cId="2501928754" sldId="571"/>
            <ac:spMk id="3" creationId="{BCFA0938-E757-4566-A5D3-F51C4F9FE467}"/>
          </ac:spMkLst>
        </pc:spChg>
      </pc:sldChg>
      <pc:sldChg chg="modSp new mod">
        <pc:chgData name="Wang, Aili" userId="5a9127d9-68dd-458b-beb6-6d3b6c430786" providerId="ADAL" clId="{197794DE-43EB-4DAF-BC57-5DF3897C1268}" dt="2026-06-24T03:36:20.694" v="478"/>
        <pc:sldMkLst>
          <pc:docMk/>
          <pc:sldMk cId="3732404059" sldId="572"/>
        </pc:sldMkLst>
        <pc:spChg chg="mod">
          <ac:chgData name="Wang, Aili" userId="5a9127d9-68dd-458b-beb6-6d3b6c430786" providerId="ADAL" clId="{197794DE-43EB-4DAF-BC57-5DF3897C1268}" dt="2026-06-24T03:36:20.694" v="478"/>
          <ac:spMkLst>
            <pc:docMk/>
            <pc:sldMk cId="3732404059" sldId="572"/>
            <ac:spMk id="2" creationId="{BA17AE49-D33F-43BB-B420-DA6DDD3893FF}"/>
          </ac:spMkLst>
        </pc:spChg>
      </pc:sldChg>
      <pc:sldChg chg="modSp new mod">
        <pc:chgData name="Wang, Aili" userId="5a9127d9-68dd-458b-beb6-6d3b6c430786" providerId="ADAL" clId="{197794DE-43EB-4DAF-BC57-5DF3897C1268}" dt="2026-06-24T03:37:45.871" v="508" actId="20577"/>
        <pc:sldMkLst>
          <pc:docMk/>
          <pc:sldMk cId="2664306108" sldId="573"/>
        </pc:sldMkLst>
        <pc:spChg chg="mod">
          <ac:chgData name="Wang, Aili" userId="5a9127d9-68dd-458b-beb6-6d3b6c430786" providerId="ADAL" clId="{197794DE-43EB-4DAF-BC57-5DF3897C1268}" dt="2026-06-24T03:37:45.871" v="508" actId="20577"/>
          <ac:spMkLst>
            <pc:docMk/>
            <pc:sldMk cId="2664306108" sldId="573"/>
            <ac:spMk id="2" creationId="{26F7D2EC-6267-4CA9-940D-B21F1114F8FA}"/>
          </ac:spMkLst>
        </pc:spChg>
      </pc:sldChg>
      <pc:sldChg chg="modSp add mod">
        <pc:chgData name="Wang, Aili" userId="5a9127d9-68dd-458b-beb6-6d3b6c430786" providerId="ADAL" clId="{197794DE-43EB-4DAF-BC57-5DF3897C1268}" dt="2026-06-24T03:38:01.045" v="510"/>
        <pc:sldMkLst>
          <pc:docMk/>
          <pc:sldMk cId="3490890331" sldId="574"/>
        </pc:sldMkLst>
        <pc:spChg chg="mod">
          <ac:chgData name="Wang, Aili" userId="5a9127d9-68dd-458b-beb6-6d3b6c430786" providerId="ADAL" clId="{197794DE-43EB-4DAF-BC57-5DF3897C1268}" dt="2026-06-24T03:38:01.045" v="510"/>
          <ac:spMkLst>
            <pc:docMk/>
            <pc:sldMk cId="3490890331" sldId="574"/>
            <ac:spMk id="2" creationId="{26F7D2EC-6267-4CA9-940D-B21F1114F8FA}"/>
          </ac:spMkLst>
        </pc:spChg>
      </pc:sldChg>
      <pc:sldChg chg="new">
        <pc:chgData name="Wang, Aili" userId="5a9127d9-68dd-458b-beb6-6d3b6c430786" providerId="ADAL" clId="{197794DE-43EB-4DAF-BC57-5DF3897C1268}" dt="2026-06-24T03:38:03.622" v="511" actId="680"/>
        <pc:sldMkLst>
          <pc:docMk/>
          <pc:sldMk cId="2643839248" sldId="575"/>
        </pc:sldMkLst>
      </pc:sldChg>
      <pc:sldChg chg="modSp add mod">
        <pc:chgData name="Wang, Aili" userId="5a9127d9-68dd-458b-beb6-6d3b6c430786" providerId="ADAL" clId="{197794DE-43EB-4DAF-BC57-5DF3897C1268}" dt="2026-06-24T03:38:19.717" v="514"/>
        <pc:sldMkLst>
          <pc:docMk/>
          <pc:sldMk cId="4008255350" sldId="576"/>
        </pc:sldMkLst>
        <pc:spChg chg="mod">
          <ac:chgData name="Wang, Aili" userId="5a9127d9-68dd-458b-beb6-6d3b6c430786" providerId="ADAL" clId="{197794DE-43EB-4DAF-BC57-5DF3897C1268}" dt="2026-06-24T03:38:19.717" v="514"/>
          <ac:spMkLst>
            <pc:docMk/>
            <pc:sldMk cId="4008255350" sldId="576"/>
            <ac:spMk id="2" creationId="{26F7D2EC-6267-4CA9-940D-B21F1114F8FA}"/>
          </ac:spMkLst>
        </pc:spChg>
      </pc:sldChg>
      <pc:sldChg chg="modSp add mod modNotesTx">
        <pc:chgData name="Wang, Aili" userId="5a9127d9-68dd-458b-beb6-6d3b6c430786" providerId="ADAL" clId="{197794DE-43EB-4DAF-BC57-5DF3897C1268}" dt="2026-06-24T03:39:10.600" v="517"/>
        <pc:sldMkLst>
          <pc:docMk/>
          <pc:sldMk cId="1871769152" sldId="577"/>
        </pc:sldMkLst>
        <pc:spChg chg="mod">
          <ac:chgData name="Wang, Aili" userId="5a9127d9-68dd-458b-beb6-6d3b6c430786" providerId="ADAL" clId="{197794DE-43EB-4DAF-BC57-5DF3897C1268}" dt="2026-06-24T03:38:38.771" v="516"/>
          <ac:spMkLst>
            <pc:docMk/>
            <pc:sldMk cId="1871769152" sldId="577"/>
            <ac:spMk id="2" creationId="{26F7D2EC-6267-4CA9-940D-B21F1114F8FA}"/>
          </ac:spMkLst>
        </pc:spChg>
      </pc:sldChg>
    </pc:docChg>
  </pc:docChgLst>
  <pc:docChgLst>
    <pc:chgData name="Wang, Aili" userId="5a9127d9-68dd-458b-beb6-6d3b6c430786" providerId="ADAL" clId="{EB5525E5-F1B3-4912-B828-83AB97B5BC15}"/>
    <pc:docChg chg="undo redo custSel delSld modSld">
      <pc:chgData name="Wang, Aili" userId="5a9127d9-68dd-458b-beb6-6d3b6c430786" providerId="ADAL" clId="{EB5525E5-F1B3-4912-B828-83AB97B5BC15}" dt="2026-06-24T02:00:14.997" v="50" actId="20577"/>
      <pc:docMkLst>
        <pc:docMk/>
      </pc:docMkLst>
      <pc:sldChg chg="modSp mod">
        <pc:chgData name="Wang, Aili" userId="5a9127d9-68dd-458b-beb6-6d3b6c430786" providerId="ADAL" clId="{EB5525E5-F1B3-4912-B828-83AB97B5BC15}" dt="2026-06-24T01:35:38.807" v="10" actId="20577"/>
        <pc:sldMkLst>
          <pc:docMk/>
          <pc:sldMk cId="3391350155" sldId="257"/>
        </pc:sldMkLst>
        <pc:spChg chg="mod">
          <ac:chgData name="Wang, Aili" userId="5a9127d9-68dd-458b-beb6-6d3b6c430786" providerId="ADAL" clId="{EB5525E5-F1B3-4912-B828-83AB97B5BC15}" dt="2026-06-24T01:35:38.807" v="10" actId="20577"/>
          <ac:spMkLst>
            <pc:docMk/>
            <pc:sldMk cId="3391350155" sldId="257"/>
            <ac:spMk id="2" creationId="{0B953A8E-06B8-E1CB-BEC3-A88D4721EF5F}"/>
          </ac:spMkLst>
        </pc:spChg>
        <pc:spChg chg="mod">
          <ac:chgData name="Wang, Aili" userId="5a9127d9-68dd-458b-beb6-6d3b6c430786" providerId="ADAL" clId="{EB5525E5-F1B3-4912-B828-83AB97B5BC15}" dt="2026-06-24T01:35:34.684" v="8"/>
          <ac:spMkLst>
            <pc:docMk/>
            <pc:sldMk cId="3391350155" sldId="257"/>
            <ac:spMk id="3" creationId="{9305ADCC-E6F1-E544-FCC2-4E434569C511}"/>
          </ac:spMkLst>
        </pc:spChg>
      </pc:sldChg>
      <pc:sldChg chg="modSp mod">
        <pc:chgData name="Wang, Aili" userId="5a9127d9-68dd-458b-beb6-6d3b6c430786" providerId="ADAL" clId="{EB5525E5-F1B3-4912-B828-83AB97B5BC15}" dt="2026-06-24T01:58:26.369" v="14" actId="20577"/>
        <pc:sldMkLst>
          <pc:docMk/>
          <pc:sldMk cId="249957202" sldId="258"/>
        </pc:sldMkLst>
        <pc:spChg chg="mod">
          <ac:chgData name="Wang, Aili" userId="5a9127d9-68dd-458b-beb6-6d3b6c430786" providerId="ADAL" clId="{EB5525E5-F1B3-4912-B828-83AB97B5BC15}" dt="2026-06-24T01:58:26.369" v="14" actId="20577"/>
          <ac:spMkLst>
            <pc:docMk/>
            <pc:sldMk cId="249957202" sldId="258"/>
            <ac:spMk id="3" creationId="{A576A446-BA2B-E074-AD16-8BB05A9535FE}"/>
          </ac:spMkLst>
        </pc:spChg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3293432899" sldId="492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2577186074" sldId="502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369646929" sldId="504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622284761" sldId="505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2275220938" sldId="507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2928905792" sldId="508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3552103052" sldId="510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493733749" sldId="511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816867532" sldId="512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778369885" sldId="513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31055874" sldId="516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3716715646" sldId="517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3651803070" sldId="518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2228131451" sldId="519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467310138" sldId="520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0165368" sldId="521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589589645" sldId="522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318399957" sldId="525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786469793" sldId="528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2836987546" sldId="529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701819808" sldId="530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0" sldId="532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0" sldId="533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0" sldId="534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0" sldId="535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0" sldId="536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0" sldId="541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0" sldId="542"/>
        </pc:sldMkLst>
      </pc:sldChg>
      <pc:sldChg chg="modSp mod">
        <pc:chgData name="Wang, Aili" userId="5a9127d9-68dd-458b-beb6-6d3b6c430786" providerId="ADAL" clId="{EB5525E5-F1B3-4912-B828-83AB97B5BC15}" dt="2026-06-24T02:00:14.997" v="50" actId="20577"/>
        <pc:sldMkLst>
          <pc:docMk/>
          <pc:sldMk cId="0" sldId="549"/>
        </pc:sldMkLst>
        <pc:spChg chg="mod">
          <ac:chgData name="Wang, Aili" userId="5a9127d9-68dd-458b-beb6-6d3b6c430786" providerId="ADAL" clId="{EB5525E5-F1B3-4912-B828-83AB97B5BC15}" dt="2026-06-24T02:00:14.997" v="50" actId="20577"/>
          <ac:spMkLst>
            <pc:docMk/>
            <pc:sldMk cId="0" sldId="549"/>
            <ac:spMk id="3" creationId="{00000000-0000-0000-0000-000000000000}"/>
          </ac:spMkLst>
        </pc:spChg>
      </pc:sldChg>
      <pc:sldChg chg="del">
        <pc:chgData name="Wang, Aili" userId="5a9127d9-68dd-458b-beb6-6d3b6c430786" providerId="ADAL" clId="{EB5525E5-F1B3-4912-B828-83AB97B5BC15}" dt="2026-06-24T01:59:12.108" v="15" actId="47"/>
        <pc:sldMkLst>
          <pc:docMk/>
          <pc:sldMk cId="0" sldId="550"/>
        </pc:sldMkLst>
      </pc:sldChg>
      <pc:sldChg chg="del">
        <pc:chgData name="Wang, Aili" userId="5a9127d9-68dd-458b-beb6-6d3b6c430786" providerId="ADAL" clId="{EB5525E5-F1B3-4912-B828-83AB97B5BC15}" dt="2026-06-24T01:59:12.108" v="15" actId="47"/>
        <pc:sldMkLst>
          <pc:docMk/>
          <pc:sldMk cId="0" sldId="551"/>
        </pc:sldMkLst>
      </pc:sldChg>
      <pc:sldChg chg="del">
        <pc:chgData name="Wang, Aili" userId="5a9127d9-68dd-458b-beb6-6d3b6c430786" providerId="ADAL" clId="{EB5525E5-F1B3-4912-B828-83AB97B5BC15}" dt="2026-06-24T01:59:12.108" v="15" actId="47"/>
        <pc:sldMkLst>
          <pc:docMk/>
          <pc:sldMk cId="0" sldId="552"/>
        </pc:sldMkLst>
      </pc:sldChg>
      <pc:sldChg chg="del">
        <pc:chgData name="Wang, Aili" userId="5a9127d9-68dd-458b-beb6-6d3b6c430786" providerId="ADAL" clId="{EB5525E5-F1B3-4912-B828-83AB97B5BC15}" dt="2026-06-24T01:59:12.108" v="15" actId="47"/>
        <pc:sldMkLst>
          <pc:docMk/>
          <pc:sldMk cId="0" sldId="553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00629869" sldId="567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805013056" sldId="568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050544309" sldId="569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086008017" sldId="570"/>
        </pc:sldMkLst>
      </pc:sldChg>
      <pc:sldChg chg="del">
        <pc:chgData name="Wang, Aili" userId="5a9127d9-68dd-458b-beb6-6d3b6c430786" providerId="ADAL" clId="{EB5525E5-F1B3-4912-B828-83AB97B5BC15}" dt="2026-06-24T01:36:07.419" v="11" actId="47"/>
        <pc:sldMkLst>
          <pc:docMk/>
          <pc:sldMk cId="1999848619" sldId="571"/>
        </pc:sldMkLst>
      </pc:sldChg>
    </pc:docChg>
  </pc:docChgLst>
  <pc:docChgLst>
    <pc:chgData name="Wang, Aili" userId="5a9127d9-68dd-458b-beb6-6d3b6c430786" providerId="ADAL" clId="{BDC593C2-9FB4-437A-9335-12DD20EDC83F}"/>
    <pc:docChg chg="modSld">
      <pc:chgData name="Wang, Aili" userId="5a9127d9-68dd-458b-beb6-6d3b6c430786" providerId="ADAL" clId="{BDC593C2-9FB4-437A-9335-12DD20EDC83F}" dt="2026-06-24T10:21:50.544" v="41" actId="20577"/>
      <pc:docMkLst>
        <pc:docMk/>
      </pc:docMkLst>
      <pc:sldChg chg="modSp mod">
        <pc:chgData name="Wang, Aili" userId="5a9127d9-68dd-458b-beb6-6d3b6c430786" providerId="ADAL" clId="{BDC593C2-9FB4-437A-9335-12DD20EDC83F}" dt="2026-06-24T10:20:54.670" v="32" actId="20577"/>
        <pc:sldMkLst>
          <pc:docMk/>
          <pc:sldMk cId="3391350155" sldId="257"/>
        </pc:sldMkLst>
        <pc:spChg chg="mod">
          <ac:chgData name="Wang, Aili" userId="5a9127d9-68dd-458b-beb6-6d3b6c430786" providerId="ADAL" clId="{BDC593C2-9FB4-437A-9335-12DD20EDC83F}" dt="2026-06-24T10:20:54.670" v="32" actId="20577"/>
          <ac:spMkLst>
            <pc:docMk/>
            <pc:sldMk cId="3391350155" sldId="257"/>
            <ac:spMk id="3" creationId="{9305ADCC-E6F1-E544-FCC2-4E434569C511}"/>
          </ac:spMkLst>
        </pc:spChg>
      </pc:sldChg>
      <pc:sldChg chg="modSp mod">
        <pc:chgData name="Wang, Aili" userId="5a9127d9-68dd-458b-beb6-6d3b6c430786" providerId="ADAL" clId="{BDC593C2-9FB4-437A-9335-12DD20EDC83F}" dt="2026-06-24T10:21:50.544" v="41" actId="20577"/>
        <pc:sldMkLst>
          <pc:docMk/>
          <pc:sldMk cId="1871769152" sldId="577"/>
        </pc:sldMkLst>
        <pc:spChg chg="mod">
          <ac:chgData name="Wang, Aili" userId="5a9127d9-68dd-458b-beb6-6d3b6c430786" providerId="ADAL" clId="{BDC593C2-9FB4-437A-9335-12DD20EDC83F}" dt="2026-06-24T10:21:50.544" v="41" actId="20577"/>
          <ac:spMkLst>
            <pc:docMk/>
            <pc:sldMk cId="1871769152" sldId="577"/>
            <ac:spMk id="2" creationId="{26F7D2EC-6267-4CA9-940D-B21F1114F8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F1B72-1F8A-48DA-94DF-97808250480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ECFFD-F771-4A99-B596-9BEE74658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841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7C95F4-9479-47C4-9CC0-82E2C08545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625EF-E209-4CCC-88E7-142A1FE6A1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062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7C95F4-9479-47C4-9CC0-82E2C08545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671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derivative of the step function with a smooth approximation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Key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 pass remains biologically plausible.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Backward pass becomes differentiable.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gradient-based optimization.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508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1" u="none" strike="noStrike" baseline="0" dirty="0">
                <a:latin typeface="CMMI12"/>
                <a:ea typeface="FangSong" panose="02010609060101010101" pitchFamily="49" charset="-122"/>
              </a:rPr>
              <a:t>α </a:t>
            </a:r>
            <a:r>
              <a:rPr lang="zh-CN" altLang="en-US" sz="1800" b="0" i="0" u="none" strike="noStrike" baseline="0" dirty="0">
                <a:latin typeface="FangSong" panose="02010609060101010101" pitchFamily="49" charset="-122"/>
                <a:ea typeface="FangSong" panose="02010609060101010101" pitchFamily="49" charset="-122"/>
              </a:rPr>
              <a:t>是控制曲线陡峭程度的超参数</a:t>
            </a:r>
            <a:endParaRPr lang="en-US" altLang="zh-CN" sz="1800" b="0" i="0" u="none" strike="noStrike" baseline="0" dirty="0">
              <a:latin typeface="TimesNewRomanPSMT"/>
              <a:ea typeface="FangSong" panose="02010609060101010101" pitchFamily="49" charset="-122"/>
            </a:endParaRPr>
          </a:p>
          <a:p>
            <a:pPr algn="l"/>
            <a:r>
              <a:rPr lang="zh-CN" altLang="en-US" sz="1800" b="0" i="0" u="none" strike="noStrike" baseline="0" dirty="0">
                <a:latin typeface="FangSong" panose="02010609060101010101" pitchFamily="49" charset="-122"/>
                <a:ea typeface="FangSong" panose="02010609060101010101" pitchFamily="49" charset="-122"/>
              </a:rPr>
              <a:t>通过调节</a:t>
            </a:r>
            <a:r>
              <a:rPr lang="en-US" altLang="zh-CN" sz="1800" b="0" i="1" u="none" strike="noStrike" baseline="0" dirty="0">
                <a:latin typeface="CMMI12"/>
                <a:ea typeface="FangSong" panose="02010609060101010101" pitchFamily="49" charset="-122"/>
              </a:rPr>
              <a:t>α</a:t>
            </a:r>
            <a:r>
              <a:rPr lang="zh-CN" altLang="en-US" sz="1800" b="0" i="0" u="none" strike="noStrike" baseline="0" dirty="0">
                <a:latin typeface="FangSong" panose="02010609060101010101" pitchFamily="49" charset="-122"/>
                <a:ea typeface="FangSong" panose="02010609060101010101" pitchFamily="49" charset="-122"/>
              </a:rPr>
              <a:t>，模型可以在梯度的</a:t>
            </a:r>
          </a:p>
          <a:p>
            <a:pPr algn="l"/>
            <a:r>
              <a:rPr lang="zh-CN" altLang="en-US" sz="1800" b="0" i="0" u="none" strike="noStrike" baseline="0" dirty="0">
                <a:latin typeface="FangSong" panose="02010609060101010101" pitchFamily="49" charset="-122"/>
                <a:ea typeface="FangSong" panose="02010609060101010101" pitchFamily="49" charset="-122"/>
              </a:rPr>
              <a:t>准确性与传播的有效性之间取得平衡，从而实现</a:t>
            </a:r>
            <a:r>
              <a:rPr lang="en-US" altLang="zh-CN" sz="1800" b="0" i="0" u="none" strike="noStrike" baseline="0" dirty="0">
                <a:latin typeface="TimesNewRomanPSMT"/>
                <a:ea typeface="FangSong" panose="02010609060101010101" pitchFamily="49" charset="-122"/>
              </a:rPr>
              <a:t>SNN </a:t>
            </a:r>
            <a:r>
              <a:rPr lang="zh-CN" altLang="en-US" sz="1800" b="0" i="0" u="none" strike="noStrike" baseline="0" dirty="0">
                <a:latin typeface="FangSong" panose="02010609060101010101" pitchFamily="49" charset="-122"/>
                <a:ea typeface="FangSong" panose="02010609060101010101" pitchFamily="49" charset="-122"/>
              </a:rPr>
              <a:t>的高性能训练。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356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compute gradients:</a:t>
            </a:r>
          </a:p>
          <a:p>
            <a:r>
              <a:rPr lang="en-US" dirty="0"/>
              <a:t>✓ Store membrane potentials</a:t>
            </a:r>
          </a:p>
          <a:p>
            <a:r>
              <a:rPr lang="en-US" dirty="0"/>
              <a:t>✓ Store spikes</a:t>
            </a:r>
          </a:p>
          <a:p>
            <a:r>
              <a:rPr lang="en-US" dirty="0"/>
              <a:t>✓ Store computation graph</a:t>
            </a:r>
          </a:p>
          <a:p>
            <a:r>
              <a:rPr lang="en-US" dirty="0"/>
              <a:t>for every timestep.</a:t>
            </a:r>
          </a:p>
          <a:p>
            <a:endParaRPr lang="en-US" dirty="0"/>
          </a:p>
          <a:p>
            <a:r>
              <a:rPr lang="en-US" dirty="0"/>
              <a:t>Temporal dependencies are coupled across all timesteps.</a:t>
            </a:r>
            <a:br>
              <a:rPr lang="en-US" dirty="0"/>
            </a:br>
            <a:r>
              <a:rPr lang="en-US" dirty="0"/>
              <a:t>may 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vanishing gradients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exploding gradients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55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local information: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890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BPTT remembers every timestep and computes gradients later; Online Learning summarizes the past into an eligibility trace and updates weights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150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ACA3-A30B-EC99-3284-2C6AF51F1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91F50-4A64-F65D-8A80-851D0F5FF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59D97-17A3-8693-DBDA-01E02C8C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DC942-475A-4069-94A2-11EB87937FD4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8F064-91E0-F44C-0083-33359338C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7BF33-7C14-65BD-29CA-EB07481C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51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5F95-94E2-BA56-5795-348137BE2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9B677-0DBA-6A9E-BA3D-6887024C8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DFB89-CA24-D05F-CEF8-C6854AF0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D187-79CA-49C9-AC45-7398EC219FEB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41487-D5C2-5B59-8DC5-311869D1B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583B-220E-EE17-3104-981D4696B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648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680A-CE4F-BB17-F491-3575F5A1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5C6F3-4275-9278-3601-4CF197F2A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11D0-8469-7665-3CD1-C7EBB7DB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F72E-264F-40E9-86EF-DDFC8BEA29BE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CFDF6-6F6E-2589-43C4-CA3DF2CA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0CF87-CF7D-7F93-2EA9-1EAB2D45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19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A633-F20A-1249-1593-E31A3DCE4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81545-150F-3F70-E886-0FD77A7F7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589A8-4A23-35DA-5A09-3F7B293A4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D6901-BF9F-8CD4-A2B0-91AAD451F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EDC1F-6584-473C-AC6C-8F1A8A7EB5C8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7D302-D86A-E682-72FB-5F8D9B4E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DC92F-CE00-5E0A-08B0-E45363A3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1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FC91-4490-5E5D-FFB9-98E293170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44F76-ED49-2979-F0C8-A8788EDF5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3BBCA-01C2-0277-EFA8-90A7A27C8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255518-6879-97D0-67FB-D1E62D8EA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053A7-8C32-8E21-9AEE-A1E1FFAC2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FFF2EC-E278-1DEB-17EB-0F358092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681B-E263-42AF-ACA7-AB753620E14D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4EC84-3D35-4D6A-3BAE-2F946D4E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CB9FD-E829-2A59-07F5-093FBC7C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7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B7D3-2EE5-35D4-C18F-AD9A36F8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133D5-6E1E-7CBF-D196-163E4447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2BBB-8843-40DB-B672-A0CA5D7101CE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DF9C1-CCBE-43B1-F51C-526B315C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77282-A538-97CA-6C9E-AC486664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72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4DF19-C288-9179-7E7F-6A8B04D1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B7B1-DA79-4221-A5A5-460CD134413C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27A04-CAB2-F0A3-55D5-F94AFD7E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C24FE-A7E5-77FD-563A-F0AE57F8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BFDD-16A9-0729-3AA7-838E0BBED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C107B-E167-5265-3F82-61D8C6CB3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9325E-12CF-67BB-E7A6-3853D9C0A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46335-26CC-ED0F-82DF-98C4B917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8B25-E15D-49B8-BC14-F9CBE12C3CE7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011B0-DC27-EB26-D0BE-51EFD2717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D1FFA-704A-8A65-A256-CC71CEAA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02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9B68-107F-F575-3C6C-304010C4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53E658-1595-6493-7992-1714526A1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EB89-4F92-B1BD-9A47-1C9057314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98CFC-1B42-B48D-0717-82C5C463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504F-6E90-4C51-838A-7127758B1AC9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2F716-FA96-C2DC-D842-D77F46FF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526CE-B1E9-599D-4845-2DD98745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20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E82A-07C4-4787-B765-8869DA85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F419D-1941-499C-8A18-F353ECD9D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6FC6C-1460-CDFA-7B7B-E8D0A5B6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43C7-A0FE-4403-800C-056E5346ED83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F130D-A307-DE42-6DA5-593F08E1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44793-9975-CF3D-6736-80386274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6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D79F8C-875B-583C-7536-78E7666FA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AD453-1472-D8FF-5984-CA6A82BE3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F59E5-0B05-E53A-7AF5-64596D15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B2655-FAB5-4AA0-B2E3-3B849CA19F9E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E12FF-2EC4-F556-4348-868DCDF0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65FD3-2DBC-98A2-B874-2604BCC2C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25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E1F70-3505-6431-F4F8-E3571AD8D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66" y="136525"/>
            <a:ext cx="1180506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72AC9-2D00-9412-0C2F-CF01AFF84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466" y="1549552"/>
            <a:ext cx="11805068" cy="470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E88D5-01F8-ADC1-1DCC-D721EACA8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CB939-C62B-4AC8-AC93-4DE9ACFF5AC4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4B1A6-C9A2-749C-FBAD-A1064C84F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D58A4-4B5E-0C10-2999-D659840B0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48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Arial 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3A8E-06B8-E1CB-BEC3-A88D4721E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57" y="2145051"/>
            <a:ext cx="11876314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Neuromorphic Computing &amp; Hardware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sz="6000" dirty="0">
                <a:effectLst/>
                <a:ea typeface="Calibri Light" panose="020F0302020204030204" pitchFamily="34" charset="0"/>
              </a:rPr>
              <a:t>L4: </a:t>
            </a:r>
            <a:r>
              <a:rPr lang="en-US" dirty="0"/>
              <a:t>SNN Training</a:t>
            </a:r>
            <a:br>
              <a:rPr lang="en-US" altLang="zh-CN" sz="6000" dirty="0">
                <a:effectLst/>
                <a:ea typeface="Calibri Light" panose="020F0302020204030204" pitchFamily="34" charset="0"/>
              </a:rPr>
            </a:b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5ADCC-E6F1-E544-FCC2-4E434569C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0501"/>
            <a:ext cx="9144000" cy="1655762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Intelli-Chip</a:t>
            </a:r>
            <a:r>
              <a:rPr lang="zh-CN" altLang="en-US" dirty="0"/>
              <a:t> </a:t>
            </a:r>
            <a:r>
              <a:rPr lang="en-US" altLang="zh-CN" dirty="0"/>
              <a:t>Lab</a:t>
            </a:r>
          </a:p>
          <a:p>
            <a:r>
              <a:rPr lang="en-US" altLang="zh-CN" dirty="0"/>
              <a:t>Fall 2026</a:t>
            </a:r>
          </a:p>
          <a:p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76ABE-5875-E1A1-49DC-32DE17183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FBF15-1D85-BB13-127E-C95C0E42E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5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CCA3-4D1A-3CE4-E19D-121849462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6A446-BA2B-E074-AD16-8BB05A953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 fontAlgn="ctr">
              <a:buNone/>
            </a:pPr>
            <a:r>
              <a:rPr lang="en-US" altLang="zh-CN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After this lecture, students should be able to:</a:t>
            </a:r>
          </a:p>
          <a:p>
            <a:pPr marL="0" indent="0" rtl="0" fontAlgn="ctr">
              <a:buNone/>
            </a:pPr>
            <a:r>
              <a:rPr lang="en-US" altLang="zh-CN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✓ Understand surrogate-gradient training</a:t>
            </a:r>
          </a:p>
          <a:p>
            <a:pPr marL="0" indent="0" rtl="0" fontAlgn="ctr">
              <a:buNone/>
            </a:pPr>
            <a:r>
              <a:rPr lang="en-US" altLang="zh-CN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✓ Recognize tradeoffs between accuracy, latency and hardware efficiency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altLang="zh-C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50B2D-26E8-452F-83AD-A7B5F78A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67F521-B798-4D56-8492-9C235B91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altLang="zh-CN"/>
              <a:t>SNN Training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57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SNN </a:t>
            </a:r>
            <a:r>
              <a:rPr dirty="0"/>
              <a:t>Training Challenge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Deep learning relies on gradient descent.</a:t>
                </a:r>
              </a:p>
              <a:p>
                <a:r>
                  <a:rPr lang="en-US" dirty="0"/>
                  <a:t>SNN neurons generate binary spikes through a threshold function.</a:t>
                </a:r>
              </a:p>
              <a:p>
                <a:r>
                  <a:rPr lang="en-US" dirty="0"/>
                  <a:t>Spike function is non-differentiable.</a:t>
                </a:r>
              </a:p>
              <a:p>
                <a:r>
                  <a:rPr lang="en-US" dirty="0"/>
                  <a:t>Standard backpropagation cannot directly compute gradients.</a:t>
                </a:r>
              </a:p>
              <a:p>
                <a:r>
                  <a:rPr lang="en-US" dirty="0"/>
                  <a:t>Membrane potential: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−1]+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Spike generation: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]−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𝑉𝑡h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l-GR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Key Problem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l-GR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0" t="-2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E2559-1113-4FC9-AB68-BE694811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SNN Training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26F64-12C3-4710-BEE4-838F82CB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9959E-965E-4DE9-A43B-97E57383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Surrogate Gradient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EA2FF-CECE-443E-B80A-017F29F760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Core Idea</a:t>
                </a:r>
              </a:p>
              <a:p>
                <a:r>
                  <a:rPr lang="en-US" dirty="0"/>
                  <a:t>Forward pass: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]=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]−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𝑉𝑡h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Backward pass: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𝑉𝑡h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​)</m:t>
                      </m:r>
                    </m:oMath>
                  </m:oMathPara>
                </a14:m>
                <a:endParaRPr lang="el-GR" dirty="0"/>
              </a:p>
              <a:p>
                <a:r>
                  <a:rPr lang="en-US" dirty="0"/>
                  <a:t>Common Surrogate Functions</a:t>
                </a:r>
              </a:p>
              <a:p>
                <a:pPr lvl="1"/>
                <a:r>
                  <a:rPr lang="en-US" dirty="0"/>
                  <a:t>Sigmoid: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l-GR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)(1−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Fast Sigmoid: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|)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ArcTan</a:t>
                </a:r>
                <a:r>
                  <a:rPr lang="en-US" dirty="0"/>
                  <a:t>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Piecewise Linear: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1−|&amp;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|,  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|&lt;1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&amp;0,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𝑜𝑡h𝑒𝑤𝑖𝑠𝑒</m:t>
                            </m:r>
                          </m:e>
                        </m:eqArr>
                      </m:e>
                    </m:d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EA2FF-CECE-443E-B80A-017F29F76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0" t="-2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01A28-A056-4CB5-B980-D14DE2DA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A0EE7-86C4-468D-A269-E051A479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10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196B-1203-488A-A7BD-50C5747E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Surrogate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9D1764-E7C8-4FD2-BFC9-31B900A0B3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3466" y="2403566"/>
                <a:ext cx="3054831" cy="38493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l-G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4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l-G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9D1764-E7C8-4FD2-BFC9-31B900A0B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466" y="2403566"/>
                <a:ext cx="3054831" cy="384939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09730-F240-43AD-8AFE-8C84B1E3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E317D-A214-4BD5-A0F5-EA4033077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6C0D9-A8BE-4401-844F-FE59E7F87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713" y="1549552"/>
            <a:ext cx="9078287" cy="440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5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Direct SNN Training</a:t>
            </a:r>
            <a:r>
              <a:rPr lang="en-US" dirty="0"/>
              <a:t> via STBP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Train SNN parameters directly from task loss.</a:t>
                </a:r>
              </a:p>
              <a:p>
                <a:r>
                  <a:rPr lang="en-US" b="1" dirty="0" err="1"/>
                  <a:t>Spatio</a:t>
                </a:r>
                <a:r>
                  <a:rPr lang="en-US" b="1" dirty="0"/>
                  <a:t>-Temporal Backpropagation (STBP)</a:t>
                </a:r>
              </a:p>
              <a:p>
                <a:r>
                  <a:rPr lang="en-US" dirty="0"/>
                  <a:t>View SNN as a recurrent neural network.</a:t>
                </a:r>
              </a:p>
              <a:p>
                <a:r>
                  <a:rPr lang="en-US" dirty="0"/>
                  <a:t>Error propagates through:</a:t>
                </a:r>
              </a:p>
              <a:p>
                <a:pPr lvl="1"/>
                <a:r>
                  <a:rPr lang="en-US" dirty="0"/>
                  <a:t>spatial connections </a:t>
                </a:r>
              </a:p>
              <a:p>
                <a:pPr lvl="1"/>
                <a:r>
                  <a:rPr lang="en-US" dirty="0"/>
                  <a:t>temporal neuron states</a:t>
                </a:r>
              </a:p>
              <a:p>
                <a:r>
                  <a:rPr lang="en-US" b="1" dirty="0"/>
                  <a:t>Temporal Unrolling</a:t>
                </a:r>
              </a:p>
              <a:p>
                <a:r>
                  <a:rPr lang="en-US" dirty="0"/>
                  <a:t>The recurrent neuron is unfolded through time: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recurrent SNN becomes a deep feedforward graph with shared weights.</a:t>
                </a:r>
              </a:p>
              <a:p>
                <a:endParaRPr lang="en-US" dirty="0"/>
              </a:p>
              <a:p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0" t="-3109" b="-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E3CE3-C396-45D9-B50C-BEFBC8B4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BFCBD-8D4E-4CF6-A262-48E9C87F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Backpropagation Through Time</a:t>
            </a:r>
            <a:r>
              <a:rPr lang="en-US" dirty="0"/>
              <a:t> (BPTT)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Unroll the network over time and accumulate gradients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2520A-E6AA-40AE-8781-F78F7C02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470F8-F2E4-4607-9E1C-45D4EFE4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29213-409F-4394-8AD0-DF430D32C3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518"/>
          <a:stretch/>
        </p:blipFill>
        <p:spPr>
          <a:xfrm>
            <a:off x="1089662" y="2458452"/>
            <a:ext cx="2862942" cy="34215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67C6B0-056A-4A62-98C2-059EBA5EE8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47" r="25071"/>
          <a:stretch/>
        </p:blipFill>
        <p:spPr>
          <a:xfrm>
            <a:off x="6807927" y="2458452"/>
            <a:ext cx="2862942" cy="3421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Backpropagation Through Time</a:t>
            </a:r>
            <a:r>
              <a:rPr lang="en-US" dirty="0"/>
              <a:t> (BPTT)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Unroll the network over time and accumulate gradients</a:t>
                </a:r>
              </a:p>
              <a:p>
                <a:r>
                  <a:rPr lang="en-US" b="1" dirty="0"/>
                  <a:t>Gradient Computation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Spatial Gradient</a:t>
                </a:r>
              </a:p>
              <a:p>
                <a:r>
                  <a:rPr lang="en-US" dirty="0"/>
                  <a:t>Temporal Gradient</a:t>
                </a:r>
              </a:p>
              <a:p>
                <a:r>
                  <a:rPr lang="en-US" dirty="0"/>
                  <a:t>Captures </a:t>
                </a:r>
                <a:r>
                  <a:rPr lang="en-US" dirty="0" err="1"/>
                  <a:t>coplete</a:t>
                </a:r>
                <a:r>
                  <a:rPr lang="en-US" dirty="0"/>
                  <a:t> </a:t>
                </a:r>
                <a:r>
                  <a:rPr lang="en-US" dirty="0" err="1"/>
                  <a:t>spatio</a:t>
                </a:r>
                <a:r>
                  <a:rPr lang="en-US" dirty="0"/>
                  <a:t>-temporal dynamics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0" t="-2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2520A-E6AA-40AE-8781-F78F7C02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470F8-F2E4-4607-9E1C-45D4EFE4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136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69BD-26AB-436F-89E8-6B0A0B28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BPTT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CA19B-D1C3-49B7-8BBF-E8B31283B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Memory complexity: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Long Dependency Problem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Hardware Challenge</a:t>
                </a:r>
              </a:p>
              <a:p>
                <a:pPr lvl="1"/>
                <a:r>
                  <a:rPr lang="en-US" dirty="0"/>
                  <a:t>Requires full sequence storage. </a:t>
                </a:r>
              </a:p>
              <a:p>
                <a:pPr lvl="1"/>
                <a:r>
                  <a:rPr lang="en-US" dirty="0"/>
                  <a:t>Not suitable for edge neuromorphic devices. </a:t>
                </a:r>
              </a:p>
              <a:p>
                <a:pPr lvl="1"/>
                <a:r>
                  <a:rPr lang="en-US" dirty="0"/>
                  <a:t>Violates biological real-time processing.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CA19B-D1C3-49B7-8BBF-E8B31283B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0" t="-2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0D2B3-788A-4D53-802F-6D150CCD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AC611-EE0B-41AA-9DD5-5D9662CD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971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E75C-BF04-491C-B7B0-7B969DB1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Learning for SNNs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A0938-E757-4566-A5D3-F51C4F9FE4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 we update weights immediately without storing all history?</a:t>
                </a:r>
              </a:p>
              <a:p>
                <a:r>
                  <a:rPr lang="en-US" dirty="0"/>
                  <a:t>Core Idea</a:t>
                </a:r>
              </a:p>
              <a:p>
                <a:r>
                  <a:rPr lang="en-US" dirty="0"/>
                  <a:t>Instead of computing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after observing all timesteps,</a:t>
                </a:r>
              </a:p>
              <a:p>
                <a:r>
                  <a:rPr lang="en-US" dirty="0"/>
                  <a:t>compute updates immediately at timestep 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using only local information.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A0938-E757-4566-A5D3-F51C4F9FE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5" t="-2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F992F-8A41-4191-AC94-F34325BB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54179-A2F9-4402-9500-D1998D89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92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AE49-D33F-43BB-B420-DA6DDD38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Eligibility Trace: Replacing BPTT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B274-6F1F-415F-9557-2E6370971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00BEB-F0DC-4EF4-86F8-8F5801FB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6030E-5837-4187-B555-422426F1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04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D2EC-6267-4CA9-940D-B21F1114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 Work—e-Prop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A32E-A578-4AC7-AC49-912C4BE7A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B2DCA-5379-40EF-B5A7-63A7B264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DFE8F-8C71-4023-9F8C-24E01A66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306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D2EC-6267-4CA9-940D-B21F1114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 Work—OTTT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A32E-A578-4AC7-AC49-912C4BE7A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B2DCA-5379-40EF-B5A7-63A7B264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DFE8F-8C71-4023-9F8C-24E01A66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890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D2EC-6267-4CA9-940D-B21F1114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 Work—OSTL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A32E-A578-4AC7-AC49-912C4BE7A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B2DCA-5379-40EF-B5A7-63A7B264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DFE8F-8C71-4023-9F8C-24E01A66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5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D2EC-6267-4CA9-940D-B21F1114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 Work</a:t>
            </a:r>
            <a:r>
              <a:rPr lang="en-US"/>
              <a:t>—Rate-</a:t>
            </a:r>
            <a:r>
              <a:rPr lang="en-US" altLang="zh-CN"/>
              <a:t>based BP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A32E-A578-4AC7-AC49-912C4BE7A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B2DCA-5379-40EF-B5A7-63A7B264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DFE8F-8C71-4023-9F8C-24E01A66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769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8909-350D-423A-B442-9117DF03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241C2-93B7-4FF1-B23F-F97BAFF10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F9905-314D-4E83-82E7-5BDD10A78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DF18E-1A73-4D89-86F0-81AF6C22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839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6CC58-7877-45F7-8571-56EF6413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8582B-FBF5-46DC-BF57-C2B27195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91391-25E6-4ADC-B3B9-416E502E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7EA95-1511-497E-A8C7-8481AEFE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3537</TotalTime>
  <Words>629</Words>
  <Application>Microsoft Office PowerPoint</Application>
  <PresentationFormat>Widescreen</PresentationFormat>
  <Paragraphs>142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 </vt:lpstr>
      <vt:lpstr>CMMI12</vt:lpstr>
      <vt:lpstr>等线</vt:lpstr>
      <vt:lpstr>FangSong</vt:lpstr>
      <vt:lpstr>TimesNewRomanPSMT</vt:lpstr>
      <vt:lpstr>Arial</vt:lpstr>
      <vt:lpstr>Calibri</vt:lpstr>
      <vt:lpstr>Calibri Light</vt:lpstr>
      <vt:lpstr>Cambria Math</vt:lpstr>
      <vt:lpstr>Office Theme</vt:lpstr>
      <vt:lpstr>Neuromorphic Computing &amp; Hardware  L4: SNN Training </vt:lpstr>
      <vt:lpstr>Objectives</vt:lpstr>
      <vt:lpstr>SNN Training Challenge</vt:lpstr>
      <vt:lpstr>Surrogate Gradient Learning</vt:lpstr>
      <vt:lpstr>Sigmoid Surrogate Example </vt:lpstr>
      <vt:lpstr>Direct SNN Training via STBP</vt:lpstr>
      <vt:lpstr>Backpropagation Through Time (BPTT)</vt:lpstr>
      <vt:lpstr>Backpropagation Through Time (BPTT)</vt:lpstr>
      <vt:lpstr>Limitations of BPTT</vt:lpstr>
      <vt:lpstr>Online Learning for SNNs</vt:lpstr>
      <vt:lpstr>Eligibility Trace: Replacing BPTT Memory</vt:lpstr>
      <vt:lpstr>Represent Work—e-Prop</vt:lpstr>
      <vt:lpstr>Represent Work—OTTT</vt:lpstr>
      <vt:lpstr>Represent Work—OSTL</vt:lpstr>
      <vt:lpstr>Represent Work—Rate-based BP</vt:lpstr>
      <vt:lpstr>PowerPoint Presentation</vt:lpstr>
      <vt:lpstr>Discussion Questions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Neuromorphic Computing &amp; Hardware  L3: Spike Encoding, Network Architectures and Training</dc:title>
  <dc:creator>Song, Yuhang</dc:creator>
  <cp:lastModifiedBy>Wang, Aili</cp:lastModifiedBy>
  <cp:revision>34</cp:revision>
  <dcterms:created xsi:type="dcterms:W3CDTF">2025-11-20T12:06:14Z</dcterms:created>
  <dcterms:modified xsi:type="dcterms:W3CDTF">2026-06-24T10:21:52Z</dcterms:modified>
</cp:coreProperties>
</file>